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C829FE-D608-4030-AFCE-FD990A846277}" v="1" dt="2026-10-03T04:02:12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 CH" userId="26d164532990c48f" providerId="LiveId" clId="{8BFCEB92-79D2-4961-834E-D3D4F63248FC}"/>
    <pc:docChg chg="custSel addSld modSld">
      <pc:chgData name="AKHIL CH" userId="26d164532990c48f" providerId="LiveId" clId="{8BFCEB92-79D2-4961-834E-D3D4F63248FC}" dt="2026-10-03T04:07:08.238" v="12" actId="1076"/>
      <pc:docMkLst>
        <pc:docMk/>
      </pc:docMkLst>
      <pc:sldChg chg="addSp delSp modSp mod">
        <pc:chgData name="AKHIL CH" userId="26d164532990c48f" providerId="LiveId" clId="{8BFCEB92-79D2-4961-834E-D3D4F63248FC}" dt="2026-10-03T04:02:27.108" v="2"/>
        <pc:sldMkLst>
          <pc:docMk/>
          <pc:sldMk cId="493190134" sldId="257"/>
        </pc:sldMkLst>
        <pc:spChg chg="add del mod">
          <ac:chgData name="AKHIL CH" userId="26d164532990c48f" providerId="LiveId" clId="{8BFCEB92-79D2-4961-834E-D3D4F63248FC}" dt="2026-10-03T04:02:27.108" v="2"/>
          <ac:spMkLst>
            <pc:docMk/>
            <pc:sldMk cId="493190134" sldId="257"/>
            <ac:spMk id="4" creationId="{5563E51B-1291-05BC-A93A-D9C801F27ED6}"/>
          </ac:spMkLst>
        </pc:spChg>
      </pc:sldChg>
      <pc:sldChg chg="addSp delSp modSp new mod">
        <pc:chgData name="AKHIL CH" userId="26d164532990c48f" providerId="LiveId" clId="{8BFCEB92-79D2-4961-834E-D3D4F63248FC}" dt="2026-10-03T04:07:08.238" v="12" actId="1076"/>
        <pc:sldMkLst>
          <pc:docMk/>
          <pc:sldMk cId="3925183588" sldId="263"/>
        </pc:sldMkLst>
        <pc:spChg chg="del mod">
          <ac:chgData name="AKHIL CH" userId="26d164532990c48f" providerId="LiveId" clId="{8BFCEB92-79D2-4961-834E-D3D4F63248FC}" dt="2026-10-03T04:07:03.265" v="11" actId="478"/>
          <ac:spMkLst>
            <pc:docMk/>
            <pc:sldMk cId="3925183588" sldId="263"/>
            <ac:spMk id="2" creationId="{9E3497B3-54A0-47F2-6A99-FE9ED8B647F5}"/>
          </ac:spMkLst>
        </pc:spChg>
        <pc:spChg chg="del">
          <ac:chgData name="AKHIL CH" userId="26d164532990c48f" providerId="LiveId" clId="{8BFCEB92-79D2-4961-834E-D3D4F63248FC}" dt="2026-10-03T04:06:41.613" v="6" actId="22"/>
          <ac:spMkLst>
            <pc:docMk/>
            <pc:sldMk cId="3925183588" sldId="263"/>
            <ac:spMk id="3" creationId="{6BA51B9C-6F99-D2EE-16F3-FF1C68639DD6}"/>
          </ac:spMkLst>
        </pc:spChg>
        <pc:picChg chg="add">
          <ac:chgData name="AKHIL CH" userId="26d164532990c48f" providerId="LiveId" clId="{8BFCEB92-79D2-4961-834E-D3D4F63248FC}" dt="2026-10-03T04:06:12.093" v="4" actId="22"/>
          <ac:picMkLst>
            <pc:docMk/>
            <pc:sldMk cId="3925183588" sldId="263"/>
            <ac:picMk id="5" creationId="{E944DDEC-3CD1-A29D-B738-233136CE19F0}"/>
          </ac:picMkLst>
        </pc:picChg>
        <pc:picChg chg="add">
          <ac:chgData name="AKHIL CH" userId="26d164532990c48f" providerId="LiveId" clId="{8BFCEB92-79D2-4961-834E-D3D4F63248FC}" dt="2026-10-03T04:06:19.927" v="5" actId="22"/>
          <ac:picMkLst>
            <pc:docMk/>
            <pc:sldMk cId="3925183588" sldId="263"/>
            <ac:picMk id="7" creationId="{DE1C6DCE-AEC8-B918-1E2B-F8E159E26AD5}"/>
          </ac:picMkLst>
        </pc:picChg>
        <pc:picChg chg="add mod ord">
          <ac:chgData name="AKHIL CH" userId="26d164532990c48f" providerId="LiveId" clId="{8BFCEB92-79D2-4961-834E-D3D4F63248FC}" dt="2026-10-03T04:07:08.238" v="12" actId="1076"/>
          <ac:picMkLst>
            <pc:docMk/>
            <pc:sldMk cId="3925183588" sldId="263"/>
            <ac:picMk id="9" creationId="{2A607365-1AC1-8D12-05A1-B5D4B0CAB34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06DA-142F-FC3D-E90E-85059D716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38403-0038-0FB3-8DD9-9B855AD1D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A61C5-AEE6-D98C-41AE-A2656760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D2855-FA0A-8B20-F07A-614D2288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AC731-E599-29C9-C514-15309DDFF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87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B557-96A5-07EA-1311-A4D474000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BE6A4-EC12-7CFB-3298-A2D715538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9EAF6-2DA6-8CF4-5224-0D35E056B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42D8E-4655-431B-7327-F87F909DB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AF1C-1FE0-9ED8-47A0-CBDBFB91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74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0022-A56C-B0C7-E036-588B0ABF3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2A729-BCE4-3450-2FE3-CC961BFBE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3C1B2-4749-F8E6-2BE5-F89B8B67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CAB5E-BD0C-41FA-472A-45442EFDA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A458A-8F74-2131-F3FC-AD4B29A6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544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C29E-C1B2-A4FA-7AF7-E4A22C21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A8070-6BEA-A0AC-AFD9-A1D170B38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75135-30AF-42CB-0D4B-D6BCDA07F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D9FBE-C19B-8221-4492-2840AACAC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B5895-891B-E7ED-77AF-0FBCCFC8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1B4F4-C86F-F410-11A8-95593A38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013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0E93-C3B5-6D4A-51FD-772DBC9F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9CDE5-3958-3BE5-ACBF-EFFF97020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22421-6035-0B2A-E813-21E8E6F39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550F2-14FE-E62F-64DD-F79E0EFAA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463DF-CD8A-00B6-5BF0-07361817AC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5A31AB-1116-D68C-E419-3D1B8711B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DC91E-3CC2-A2CC-172C-79E6F523F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7EC3A-1B06-2473-8644-FD1FAD08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553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CF80-E1D6-6BC2-45B5-39A62165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9F3BE8-7323-0156-816B-3D95E54C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2AEF0-D905-EF38-DC49-E37EFD2C1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AFEC3-595F-B438-4D9F-DDF88748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20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9CF366-C8EB-8CBA-1BAE-4BADCD10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28DD1-D080-055A-BB2F-4A888A462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80FF7-8A5D-60E2-A043-7D71F142D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02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75C83-A0ED-FDCF-36B2-8F8CC0F0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190F7-4D6D-9922-D3D6-BB6FA6148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C9E72-0971-9771-E1D0-2D49402AE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0EFE6-8D86-F326-2696-37240175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4F875-DFC7-52F1-966A-0F402AE4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FD1B4-1BF4-659D-F745-534E75747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884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B224-A8BB-FC8F-1CE4-47F0FC80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08026-C5CF-BFAE-E3BC-4E2ACFC077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7C92A-626C-C540-E51B-D6E98A2AA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B64AF-3FF9-DB85-BA0A-CFD6FA1A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01482-DA9E-6F95-7014-D44BAEEA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1CED3-46F3-47D1-055C-28C8D879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67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99D7-251D-59CA-3E58-11C78814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16509-C5B8-64B7-952F-D55EDD1EC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3DE09-7F41-0708-4AA2-1A6629D69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ED901-1A53-E722-D3A3-304298785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3CFCE-086D-25AE-B527-FF98CBA67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647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10E8D-8F33-4C6C-F6BA-8BDD60CB7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4DB27-A86D-987B-BE25-8CE061809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1F8F9-9B4D-1E69-2079-B891EBC24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25356-8ED0-9AC9-291F-6F7F0EDFE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48CF0-8340-AF89-E8A9-212B50E17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436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4AC3AA-3D91-A85D-CFC4-EFE7C8611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B1134-29FA-F747-8B29-D77FF1F09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2E5B8-D12A-234E-B418-FBBCD2ADE9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20EC6-D4D2-4479-9058-B2876E9EB9C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1E978-4027-3227-9B07-B3AFCFA50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AA6A1-C88A-C887-F4C2-82BCDF61B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5F78BB-4EA2-4DC3-A475-5BB331D6E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97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AD3A-45FA-633B-551C-59DAE2DC6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975" y="1865376"/>
            <a:ext cx="12141724" cy="1490567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CSA0407 - Operating systems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E4E3C-BA48-5E3D-5E2D-91EA70C42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975" y="2771614"/>
            <a:ext cx="12257988" cy="3713162"/>
          </a:xfrm>
        </p:spPr>
        <p:txBody>
          <a:bodyPr>
            <a:normAutofit fontScale="77500" lnSpcReduction="20000"/>
          </a:bodyPr>
          <a:lstStyle/>
          <a:p>
            <a:endParaRPr lang="en-US" sz="4000" dirty="0"/>
          </a:p>
          <a:p>
            <a:r>
              <a:rPr lang="en-US" sz="4600" dirty="0"/>
              <a:t>A  Real-time embedded system used in</a:t>
            </a:r>
          </a:p>
          <a:p>
            <a:r>
              <a:rPr lang="en-US" sz="4600" dirty="0"/>
              <a:t> traffic signal control.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 </a:t>
            </a: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Dr.J.Vasavi</a:t>
            </a:r>
            <a:endParaRPr lang="en-IN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DECE7B2C-0671-B9D5-F27F-AD4FAC8FFC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9179" y="96624"/>
            <a:ext cx="9068585" cy="1110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AC109D-19E8-20AE-BF41-D099F414DC6B}"/>
              </a:ext>
            </a:extLst>
          </p:cNvPr>
          <p:cNvSpPr txBox="1"/>
          <p:nvPr/>
        </p:nvSpPr>
        <p:spPr>
          <a:xfrm>
            <a:off x="8360008" y="5946958"/>
            <a:ext cx="61676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Ch.Akhil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no:192525250</a:t>
            </a:r>
          </a:p>
        </p:txBody>
      </p:sp>
    </p:spTree>
    <p:extLst>
      <p:ext uri="{BB962C8B-B14F-4D97-AF65-F5344CB8AC3E}">
        <p14:creationId xmlns:p14="http://schemas.microsoft.com/office/powerpoint/2010/main" val="493190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D1819-D1AD-0C75-412F-A78D35956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9" y="96624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Introduction: Traffic Signal Control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0E5A6FB0-6654-2E72-3A69-E9AE95DE5C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28" y="16897"/>
            <a:ext cx="919162" cy="914399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D87935BE-D134-E773-B960-45C81DC851F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1526" y="96624"/>
            <a:ext cx="698499" cy="88582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2F9143C-09F7-6FB7-0413-87BCB6BC1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91" y="1867618"/>
            <a:ext cx="788443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Real-Time Embedded System for Traffic Signal Control</a:t>
            </a:r>
          </a:p>
          <a:p>
            <a:endParaRPr lang="en-IN" sz="2400" b="1" dirty="0"/>
          </a:p>
          <a:p>
            <a:pPr lvl="0"/>
            <a:r>
              <a:rPr lang="en-IN" sz="2400" dirty="0"/>
              <a:t>Traffic signal control is a real-time embedded system. </a:t>
            </a:r>
          </a:p>
          <a:p>
            <a:pPr lvl="0"/>
            <a:r>
              <a:rPr lang="en-IN" sz="2400" dirty="0"/>
              <a:t>It controls Red, Yellow and Green lights. </a:t>
            </a:r>
          </a:p>
          <a:p>
            <a:pPr lvl="0"/>
            <a:r>
              <a:rPr lang="en-IN" sz="2400" dirty="0"/>
              <a:t>Sensors detect vehicles and traffic conditions. </a:t>
            </a:r>
          </a:p>
          <a:p>
            <a:pPr lvl="0"/>
            <a:r>
              <a:rPr lang="en-IN" sz="2400" dirty="0"/>
              <a:t>The system must respond within a fixed time. </a:t>
            </a:r>
          </a:p>
          <a:p>
            <a:pPr lvl="0"/>
            <a:r>
              <a:rPr lang="en-IN" sz="2400" dirty="0"/>
              <a:t>Accurate timing is important for safety and smooth traffic flow.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F424D0-BBD0-F9BA-3EE1-81891E465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772" y="2001224"/>
            <a:ext cx="3788253" cy="27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097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AA7E57-4392-8FCC-7E54-FDE0B959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64"/>
            <a:ext cx="10483392" cy="766742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Type of OS: RTOS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BEBA2D-F9BD-539F-3FC6-143AB77358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3744" y="1495081"/>
            <a:ext cx="12330260" cy="3668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400" b="1" dirty="0"/>
              <a:t>Real-Time Operating System (RTOS)</a:t>
            </a:r>
          </a:p>
          <a:p>
            <a:pPr marL="0" indent="0">
              <a:buNone/>
            </a:pPr>
            <a:endParaRPr lang="en-IN" sz="2000" b="1" dirty="0"/>
          </a:p>
          <a:p>
            <a:r>
              <a:rPr lang="en-IN" sz="2000" dirty="0"/>
              <a:t>RTOS is the most suitable OS for traffic signal control.</a:t>
            </a:r>
          </a:p>
          <a:p>
            <a:pPr lvl="0"/>
            <a:r>
              <a:rPr lang="en-IN" sz="2000" dirty="0"/>
              <a:t>Provides predictable response time. </a:t>
            </a:r>
          </a:p>
          <a:p>
            <a:pPr lvl="0"/>
            <a:r>
              <a:rPr lang="en-IN" sz="2000" dirty="0"/>
              <a:t>Provides accurate signal timing. </a:t>
            </a:r>
          </a:p>
          <a:p>
            <a:pPr lvl="0"/>
            <a:r>
              <a:rPr lang="en-IN" sz="2000" dirty="0"/>
              <a:t>Supports priority-based scheduling. </a:t>
            </a:r>
          </a:p>
          <a:p>
            <a:pPr lvl="0"/>
            <a:r>
              <a:rPr lang="en-IN" sz="2000" dirty="0"/>
              <a:t>Handles sensor interrupts quickly. </a:t>
            </a:r>
          </a:p>
          <a:p>
            <a:pPr lvl="0"/>
            <a:r>
              <a:rPr lang="en-IN" sz="2000" dirty="0"/>
              <a:t>Provides high reliability and low latency. </a:t>
            </a:r>
          </a:p>
          <a:p>
            <a:r>
              <a:rPr lang="en-IN" sz="2000" dirty="0"/>
              <a:t>Examples: </a:t>
            </a:r>
            <a:r>
              <a:rPr lang="en-IN" sz="2000" dirty="0" err="1"/>
              <a:t>FreeRTOS</a:t>
            </a:r>
            <a:r>
              <a:rPr lang="en-IN" sz="2000" dirty="0"/>
              <a:t>, Zephyr, QNX, VxWorks</a:t>
            </a: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3C5BCAC7-A07F-1174-3FDC-4F9D081F72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975" y="96624"/>
            <a:ext cx="919162" cy="914399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B523E202-A826-43C1-4708-367D320FE8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1526" y="96624"/>
            <a:ext cx="698499" cy="8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36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3C36-6620-CB01-0E6D-FB9A8641D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B36BD7-0CCF-7380-C87E-DFBE8663A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64"/>
            <a:ext cx="10483392" cy="766742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OS Structure and Components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85F2D24-8307-D0D2-F0AF-340819BA1A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2921" y="1803936"/>
            <a:ext cx="7754112" cy="280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/>
              <a:t>Main Components</a:t>
            </a:r>
          </a:p>
          <a:p>
            <a:endParaRPr lang="en-IN" sz="2000" b="1" dirty="0"/>
          </a:p>
          <a:p>
            <a:pPr lvl="0"/>
            <a:r>
              <a:rPr lang="en-IN" sz="2000" b="1" dirty="0"/>
              <a:t>Kernel</a:t>
            </a:r>
            <a:r>
              <a:rPr lang="en-IN" sz="2000" dirty="0"/>
              <a:t> – manages system resources. </a:t>
            </a:r>
          </a:p>
          <a:p>
            <a:pPr lvl="0"/>
            <a:r>
              <a:rPr lang="en-IN" sz="2000" b="1" dirty="0"/>
              <a:t>Scheduler</a:t>
            </a:r>
            <a:r>
              <a:rPr lang="en-IN" sz="2000" dirty="0"/>
              <a:t> – selects which task runs. </a:t>
            </a:r>
          </a:p>
          <a:p>
            <a:pPr lvl="0"/>
            <a:r>
              <a:rPr lang="en-IN" sz="2000" b="1" dirty="0"/>
              <a:t>Device Drivers</a:t>
            </a:r>
            <a:r>
              <a:rPr lang="en-IN" sz="2000" dirty="0"/>
              <a:t> – communicate with sensors and lights. </a:t>
            </a:r>
          </a:p>
          <a:p>
            <a:pPr lvl="0"/>
            <a:r>
              <a:rPr lang="en-IN" sz="2000" b="1" dirty="0"/>
              <a:t>Timers</a:t>
            </a:r>
            <a:r>
              <a:rPr lang="en-IN" sz="2000" dirty="0"/>
              <a:t> – maintain signal timing. </a:t>
            </a:r>
          </a:p>
          <a:p>
            <a:pPr lvl="0"/>
            <a:r>
              <a:rPr lang="en-IN" sz="2000" b="1" dirty="0"/>
              <a:t>Interrupt Handler</a:t>
            </a:r>
            <a:r>
              <a:rPr lang="en-IN" sz="2000" dirty="0"/>
              <a:t> – responds quickly to external events. </a:t>
            </a: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EC59EB4C-39B1-17A5-37E4-B4ED5CFABEC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975" y="96624"/>
            <a:ext cx="919162" cy="914399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1BD6FC42-ED90-38A1-7A64-257CB5509F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1526" y="96624"/>
            <a:ext cx="698499" cy="8858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5A6ED2-17F3-F8D0-62D6-64C0D3A5E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535" y="1401508"/>
            <a:ext cx="42386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7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DDA32-6456-691A-D9E7-A62892E6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A6FAE1-2AD7-855D-EDAB-8116D862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64"/>
            <a:ext cx="10483392" cy="76674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dirty="0"/>
              <a:t>System Calls for Process Control &amp; Timing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8044FD9-6CD1-4580-2B94-2E291D61F7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8545" y="1297354"/>
            <a:ext cx="6826967" cy="4811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400" b="1" dirty="0"/>
              <a:t>Process Control</a:t>
            </a:r>
          </a:p>
          <a:p>
            <a:pPr lvl="0"/>
            <a:r>
              <a:rPr lang="en-IN" sz="2000" dirty="0" err="1"/>
              <a:t>xTaskCreate</a:t>
            </a:r>
            <a:r>
              <a:rPr lang="en-IN" sz="2000" dirty="0"/>
              <a:t>() → Creates a task. </a:t>
            </a:r>
          </a:p>
          <a:p>
            <a:pPr lvl="0"/>
            <a:r>
              <a:rPr lang="en-IN" sz="2000" dirty="0" err="1"/>
              <a:t>vTaskDelay</a:t>
            </a:r>
            <a:r>
              <a:rPr lang="en-IN" sz="2000" dirty="0"/>
              <a:t>() → Delays/suspends a task. </a:t>
            </a:r>
          </a:p>
          <a:p>
            <a:pPr lvl="0"/>
            <a:r>
              <a:rPr lang="en-IN" sz="2000" dirty="0" err="1"/>
              <a:t>vTaskDelete</a:t>
            </a:r>
            <a:r>
              <a:rPr lang="en-IN" sz="2000" dirty="0"/>
              <a:t>() → Deletes a task. </a:t>
            </a:r>
          </a:p>
          <a:p>
            <a:pPr lvl="0"/>
            <a:r>
              <a:rPr lang="en-IN" sz="2000" dirty="0"/>
              <a:t>Task Priority → Gives importance to critical tasks. </a:t>
            </a:r>
          </a:p>
          <a:p>
            <a:pPr marL="0" lv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400" b="1" dirty="0"/>
              <a:t>Timing</a:t>
            </a:r>
          </a:p>
          <a:p>
            <a:pPr lvl="0"/>
            <a:r>
              <a:rPr lang="en-IN" sz="2000" dirty="0"/>
              <a:t>Delay → Provides a fixed waiting period. </a:t>
            </a:r>
          </a:p>
          <a:p>
            <a:pPr lvl="0"/>
            <a:r>
              <a:rPr lang="en-IN" sz="2000" dirty="0"/>
              <a:t>Software Timer → Performs an action after a specified time. </a:t>
            </a:r>
          </a:p>
          <a:p>
            <a:pPr lvl="0"/>
            <a:r>
              <a:rPr lang="en-IN" sz="2000" dirty="0"/>
              <a:t>Semaphore/Notification → Synchronizes tasks. </a:t>
            </a:r>
          </a:p>
          <a:p>
            <a:r>
              <a:rPr lang="en-IN" sz="2000" dirty="0"/>
              <a:t>Example:</a:t>
            </a:r>
            <a:br>
              <a:rPr lang="en-IN" sz="2000" dirty="0"/>
            </a:br>
            <a:r>
              <a:rPr lang="en-IN" sz="2000" dirty="0"/>
              <a:t>Green 30 sec → Yellow 5 sec → Red → Next signal</a:t>
            </a: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7C1D5550-0B85-F13B-C614-656E37C364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975" y="96624"/>
            <a:ext cx="919162" cy="914399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34D7E508-B467-40E5-0B4E-922D12FED89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1526" y="96624"/>
            <a:ext cx="698499" cy="8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70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8C93-3D60-62E2-B5C2-E64877DC2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6858-68B0-A11C-26C4-F0B321B49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028" y="1665936"/>
            <a:ext cx="7389090" cy="3997181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/>
              <a:t>RTOS is ideal for traffic signal control because of its predictable response. </a:t>
            </a:r>
          </a:p>
          <a:p>
            <a:pPr lvl="0"/>
            <a:r>
              <a:rPr lang="en-IN" dirty="0"/>
              <a:t>The OS kernel manages tasks, scheduling, interrupts and timers. </a:t>
            </a:r>
          </a:p>
          <a:p>
            <a:pPr lvl="0"/>
            <a:r>
              <a:rPr lang="en-IN" dirty="0"/>
              <a:t>System calls control task creation, deletion and delays. </a:t>
            </a:r>
          </a:p>
          <a:p>
            <a:pPr lvl="0"/>
            <a:r>
              <a:rPr lang="en-IN" dirty="0"/>
              <a:t>Timers ensure accurate Red, Yellow and Green durations. </a:t>
            </a:r>
          </a:p>
          <a:p>
            <a:pPr lvl="0"/>
            <a:r>
              <a:rPr lang="en-IN" dirty="0"/>
              <a:t>The system provides safe, reliable and efficient traffic management. 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Final Statement</a:t>
            </a:r>
          </a:p>
          <a:p>
            <a:r>
              <a:rPr lang="en-IN" dirty="0"/>
              <a:t>“RTOS ensures that every traffic signal changes at the correct time, improving traffic safety and efficiency.”</a:t>
            </a:r>
          </a:p>
        </p:txBody>
      </p:sp>
      <p:pic>
        <p:nvPicPr>
          <p:cNvPr id="4" name="object 6">
            <a:extLst>
              <a:ext uri="{FF2B5EF4-FFF2-40B4-BE49-F238E27FC236}">
                <a16:creationId xmlns:a16="http://schemas.microsoft.com/office/drawing/2014/main" id="{C6AC90CC-858D-E797-6161-15E0245C60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975" y="96624"/>
            <a:ext cx="919162" cy="914399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44257C9B-F50E-9AD6-0A54-FE5C670C0E5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1526" y="96624"/>
            <a:ext cx="698499" cy="885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42698D-AE31-FF5B-E3F4-20A860FBD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646" y="2350008"/>
            <a:ext cx="3696962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52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A607365-1AC1-8D12-05A1-B5D4B0CAB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804" y="1478153"/>
            <a:ext cx="5801784" cy="4351338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E944DDEC-3CD1-A29D-B738-233136CE19F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975" y="96624"/>
            <a:ext cx="919162" cy="914399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DE1C6DCE-AEC8-B918-1E2B-F8E159E26AD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61526" y="96624"/>
            <a:ext cx="698499" cy="8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83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352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CSA0407 - Operating systems </vt:lpstr>
      <vt:lpstr>Introduction: Traffic Signal Control</vt:lpstr>
      <vt:lpstr>Type of OS: RTOS</vt:lpstr>
      <vt:lpstr>OS Structure and Components</vt:lpstr>
      <vt:lpstr>System Calls for Process Control &amp; Timing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ABIYAN YOUSUF</dc:creator>
  <cp:lastModifiedBy>AKHIL CH</cp:lastModifiedBy>
  <cp:revision>4</cp:revision>
  <dcterms:created xsi:type="dcterms:W3CDTF">2026-05-01T18:21:59Z</dcterms:created>
  <dcterms:modified xsi:type="dcterms:W3CDTF">2026-10-03T04:07:09Z</dcterms:modified>
</cp:coreProperties>
</file>